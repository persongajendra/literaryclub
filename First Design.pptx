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287000" cy="18288000"/>
  <p:notesSz cx="6858000" cy="9144000"/>
  <p:embeddedFontLst>
    <p:embeddedFont>
      <p:font typeface="JetBrains Mono Medium Bold" charset="1" panose="02010909030102050004"/>
      <p:regular r:id="rId12"/>
    </p:embeddedFont>
    <p:embeddedFont>
      <p:font typeface="Playfair Display Bold" charset="1" panose="00000800000000000000"/>
      <p:regular r:id="rId13"/>
    </p:embeddedFont>
    <p:embeddedFont>
      <p:font typeface="Montserrat Classic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28630">
            <a:off x="1455358" y="-1312524"/>
            <a:ext cx="9687759" cy="4237879"/>
            <a:chOff x="0" y="0"/>
            <a:chExt cx="2551509" cy="11161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509" cy="1116149"/>
            </a:xfrm>
            <a:custGeom>
              <a:avLst/>
              <a:gdLst/>
              <a:ahLst/>
              <a:cxnLst/>
              <a:rect r="r" b="b" t="t" l="l"/>
              <a:pathLst>
                <a:path h="1116149" w="2551509">
                  <a:moveTo>
                    <a:pt x="0" y="0"/>
                  </a:moveTo>
                  <a:lnTo>
                    <a:pt x="2551509" y="0"/>
                  </a:lnTo>
                  <a:lnTo>
                    <a:pt x="2551509" y="1116149"/>
                  </a:lnTo>
                  <a:lnTo>
                    <a:pt x="0" y="1116149"/>
                  </a:lnTo>
                  <a:close/>
                </a:path>
              </a:pathLst>
            </a:custGeom>
            <a:solidFill>
              <a:srgbClr val="426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51509" cy="1154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818052" y="-2319585"/>
            <a:ext cx="9636104" cy="7989206"/>
          </a:xfrm>
          <a:custGeom>
            <a:avLst/>
            <a:gdLst/>
            <a:ahLst/>
            <a:cxnLst/>
            <a:rect r="r" b="b" t="t" l="l"/>
            <a:pathLst>
              <a:path h="7989206" w="9636104">
                <a:moveTo>
                  <a:pt x="0" y="0"/>
                </a:moveTo>
                <a:lnTo>
                  <a:pt x="9636104" y="0"/>
                </a:lnTo>
                <a:lnTo>
                  <a:pt x="9636104" y="7989207"/>
                </a:lnTo>
                <a:lnTo>
                  <a:pt x="0" y="798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9962" y="476970"/>
            <a:ext cx="3681763" cy="2856540"/>
          </a:xfrm>
          <a:custGeom>
            <a:avLst/>
            <a:gdLst/>
            <a:ahLst/>
            <a:cxnLst/>
            <a:rect r="r" b="b" t="t" l="l"/>
            <a:pathLst>
              <a:path h="2856540" w="3681763">
                <a:moveTo>
                  <a:pt x="0" y="0"/>
                </a:moveTo>
                <a:lnTo>
                  <a:pt x="3681763" y="0"/>
                </a:lnTo>
                <a:lnTo>
                  <a:pt x="3681763" y="2856540"/>
                </a:lnTo>
                <a:lnTo>
                  <a:pt x="0" y="2856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98696" y="4336986"/>
            <a:ext cx="6223184" cy="3778044"/>
          </a:xfrm>
          <a:custGeom>
            <a:avLst/>
            <a:gdLst/>
            <a:ahLst/>
            <a:cxnLst/>
            <a:rect r="r" b="b" t="t" l="l"/>
            <a:pathLst>
              <a:path h="3778044" w="6223184">
                <a:moveTo>
                  <a:pt x="0" y="0"/>
                </a:moveTo>
                <a:lnTo>
                  <a:pt x="6223184" y="0"/>
                </a:lnTo>
                <a:lnTo>
                  <a:pt x="6223184" y="3778044"/>
                </a:lnTo>
                <a:lnTo>
                  <a:pt x="0" y="3778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46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5316845" y="2890138"/>
            <a:ext cx="4969405" cy="195900"/>
          </a:xfrm>
          <a:prstGeom prst="line">
            <a:avLst/>
          </a:prstGeom>
          <a:ln cap="flat" w="38100">
            <a:solidFill>
              <a:srgbClr val="456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558555" y="2028456"/>
            <a:ext cx="1455389" cy="1305054"/>
            <a:chOff x="0" y="0"/>
            <a:chExt cx="906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6430" cy="812800"/>
            </a:xfrm>
            <a:custGeom>
              <a:avLst/>
              <a:gdLst/>
              <a:ahLst/>
              <a:cxnLst/>
              <a:rect r="r" b="b" t="t" l="l"/>
              <a:pathLst>
                <a:path h="812800" w="906430">
                  <a:moveTo>
                    <a:pt x="453215" y="0"/>
                  </a:moveTo>
                  <a:cubicBezTo>
                    <a:pt x="202911" y="0"/>
                    <a:pt x="0" y="181951"/>
                    <a:pt x="0" y="406400"/>
                  </a:cubicBezTo>
                  <a:cubicBezTo>
                    <a:pt x="0" y="630849"/>
                    <a:pt x="202911" y="812800"/>
                    <a:pt x="453215" y="812800"/>
                  </a:cubicBezTo>
                  <a:cubicBezTo>
                    <a:pt x="703519" y="812800"/>
                    <a:pt x="906430" y="630849"/>
                    <a:pt x="906430" y="406400"/>
                  </a:cubicBezTo>
                  <a:cubicBezTo>
                    <a:pt x="906430" y="181951"/>
                    <a:pt x="703519" y="0"/>
                    <a:pt x="453215" y="0"/>
                  </a:cubicBezTo>
                  <a:close/>
                </a:path>
              </a:pathLst>
            </a:custGeom>
            <a:solidFill>
              <a:srgbClr val="4264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84978" y="38100"/>
              <a:ext cx="73647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700000">
            <a:off x="-178328" y="9644552"/>
            <a:ext cx="2414055" cy="2326365"/>
          </a:xfrm>
          <a:custGeom>
            <a:avLst/>
            <a:gdLst/>
            <a:ahLst/>
            <a:cxnLst/>
            <a:rect r="r" b="b" t="t" l="l"/>
            <a:pathLst>
              <a:path h="2326365" w="2414055">
                <a:moveTo>
                  <a:pt x="0" y="0"/>
                </a:moveTo>
                <a:lnTo>
                  <a:pt x="2414056" y="0"/>
                </a:lnTo>
                <a:lnTo>
                  <a:pt x="2414056" y="2326365"/>
                </a:lnTo>
                <a:lnTo>
                  <a:pt x="0" y="2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296" y="12729360"/>
            <a:ext cx="5516951" cy="5558640"/>
          </a:xfrm>
          <a:custGeom>
            <a:avLst/>
            <a:gdLst/>
            <a:ahLst/>
            <a:cxnLst/>
            <a:rect r="r" b="b" t="t" l="l"/>
            <a:pathLst>
              <a:path h="5558640" w="5516951">
                <a:moveTo>
                  <a:pt x="0" y="0"/>
                </a:moveTo>
                <a:lnTo>
                  <a:pt x="5516951" y="0"/>
                </a:lnTo>
                <a:lnTo>
                  <a:pt x="5516951" y="5558640"/>
                </a:lnTo>
                <a:lnTo>
                  <a:pt x="0" y="555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296709">
            <a:off x="73443" y="5023495"/>
            <a:ext cx="4114800" cy="2027474"/>
          </a:xfrm>
          <a:custGeom>
            <a:avLst/>
            <a:gdLst/>
            <a:ahLst/>
            <a:cxnLst/>
            <a:rect r="r" b="b" t="t" l="l"/>
            <a:pathLst>
              <a:path h="2027474" w="4114800">
                <a:moveTo>
                  <a:pt x="0" y="0"/>
                </a:moveTo>
                <a:lnTo>
                  <a:pt x="4114800" y="0"/>
                </a:lnTo>
                <a:lnTo>
                  <a:pt x="4114800" y="2027474"/>
                </a:lnTo>
                <a:lnTo>
                  <a:pt x="0" y="20274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371477">
            <a:off x="7732285" y="4997186"/>
            <a:ext cx="2057400" cy="2080092"/>
          </a:xfrm>
          <a:custGeom>
            <a:avLst/>
            <a:gdLst/>
            <a:ahLst/>
            <a:cxnLst/>
            <a:rect r="r" b="b" t="t" l="l"/>
            <a:pathLst>
              <a:path h="2080092" w="2057400">
                <a:moveTo>
                  <a:pt x="0" y="0"/>
                </a:moveTo>
                <a:lnTo>
                  <a:pt x="2057400" y="0"/>
                </a:lnTo>
                <a:lnTo>
                  <a:pt x="2057400" y="2080092"/>
                </a:lnTo>
                <a:lnTo>
                  <a:pt x="0" y="20800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35319" y="14177489"/>
            <a:ext cx="2413991" cy="4110511"/>
          </a:xfrm>
          <a:custGeom>
            <a:avLst/>
            <a:gdLst/>
            <a:ahLst/>
            <a:cxnLst/>
            <a:rect r="r" b="b" t="t" l="l"/>
            <a:pathLst>
              <a:path h="4110511" w="2413991">
                <a:moveTo>
                  <a:pt x="0" y="0"/>
                </a:moveTo>
                <a:lnTo>
                  <a:pt x="2413991" y="0"/>
                </a:lnTo>
                <a:lnTo>
                  <a:pt x="2413991" y="4110511"/>
                </a:lnTo>
                <a:lnTo>
                  <a:pt x="0" y="41105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71725" y="386417"/>
            <a:ext cx="6141180" cy="191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62"/>
              </a:lnSpc>
            </a:pPr>
            <a:r>
              <a:rPr lang="en-US" sz="7362" b="true">
                <a:solidFill>
                  <a:srgbClr val="FFFFFF"/>
                </a:solidFill>
                <a:latin typeface="JetBrains Mono Medium Bold"/>
                <a:ea typeface="JetBrains Mono Medium Bold"/>
                <a:cs typeface="JetBrains Mono Medium Bold"/>
                <a:sym typeface="JetBrains Mono Medium Bold"/>
              </a:rPr>
              <a:t>MILESTONE</a:t>
            </a:r>
          </a:p>
          <a:p>
            <a:pPr algn="r">
              <a:lnSpc>
                <a:spcPts val="7362"/>
              </a:lnSpc>
            </a:pPr>
            <a:r>
              <a:rPr lang="en-US" sz="7362" b="true">
                <a:solidFill>
                  <a:srgbClr val="FFFFFF"/>
                </a:solidFill>
                <a:latin typeface="JetBrains Mono Medium Bold"/>
                <a:ea typeface="JetBrains Mono Medium Bold"/>
                <a:cs typeface="JetBrains Mono Medium Bold"/>
                <a:sym typeface="JetBrains Mono Medium Bold"/>
              </a:rPr>
              <a:t>ACADEMY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085210" y="9631514"/>
            <a:ext cx="5914209" cy="1581362"/>
            <a:chOff x="0" y="0"/>
            <a:chExt cx="7885612" cy="210848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66675"/>
              <a:ext cx="7885612" cy="141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158"/>
                </a:lnSpc>
              </a:pPr>
              <a:r>
                <a:rPr lang="en-US" b="true" sz="7350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PRESENTS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665482"/>
              <a:ext cx="7885612" cy="44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7"/>
                </a:lnSpc>
              </a:pPr>
              <a:r>
                <a:rPr lang="en-US" sz="2249" spc="429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2024-25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2827513" y="9477105"/>
            <a:ext cx="9163103" cy="0"/>
          </a:xfrm>
          <a:prstGeom prst="line">
            <a:avLst/>
          </a:prstGeom>
          <a:ln cap="flat" w="38100">
            <a:solidFill>
              <a:srgbClr val="4567F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DAGsN6CfCH4</dc:identifier>
  <dcterms:modified xsi:type="dcterms:W3CDTF">2011-08-01T06:04:30Z</dcterms:modified>
  <cp:revision>1</cp:revision>
  <dc:title>Milestone Academy</dc:title>
</cp:coreProperties>
</file>