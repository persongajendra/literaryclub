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0287000" cy="18288000"/>
  <p:notesSz cx="6858000" cy="9144000"/>
  <p:embeddedFontLst>
    <p:embeddedFont>
      <p:font typeface="Playfair Display Bold" charset="1" panose="00000800000000000000"/>
      <p:regular r:id="rId9"/>
    </p:embeddedFont>
    <p:embeddedFont>
      <p:font typeface="Montserrat Classic" charset="1" panose="00000500000000000000"/>
      <p:regular r:id="rId10"/>
    </p:embeddedFont>
    <p:embeddedFont>
      <p:font typeface="JetBrains Mono Medium Bold" charset="1" panose="02010909030102050004"/>
      <p:regular r:id="rId11"/>
    </p:embeddedFont>
    <p:embeddedFont>
      <p:font typeface="Canva Sans" charset="1" panose="020B0503030501040103"/>
      <p:regular r:id="rId12"/>
    </p:embeddedFont>
    <p:embeddedFont>
      <p:font typeface="Ahkio Bold" charset="1" panose="00000000000000000000"/>
      <p:regular r:id="rId13"/>
    </p:embeddedFont>
    <p:embeddedFont>
      <p:font typeface="Tallow Sans Pen" charset="1" panose="00000000000000000000"/>
      <p:regular r:id="rId14"/>
    </p:embeddedFont>
    <p:embeddedFont>
      <p:font typeface="IBM Plex Mono Italics" charset="1" panose="020B05090502030002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jpe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png" Type="http://schemas.openxmlformats.org/officeDocument/2006/relationships/image"/><Relationship Id="rId18" Target="../media/image30.svg" Type="http://schemas.openxmlformats.org/officeDocument/2006/relationships/image"/><Relationship Id="rId19" Target="../media/image31.jpeg" Type="http://schemas.openxmlformats.org/officeDocument/2006/relationships/image"/><Relationship Id="rId2" Target="../media/image1.png" Type="http://schemas.openxmlformats.org/officeDocument/2006/relationships/image"/><Relationship Id="rId20" Target="../media/image32.jpe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28630">
            <a:off x="1455358" y="-1312524"/>
            <a:ext cx="9687759" cy="4237879"/>
            <a:chOff x="0" y="0"/>
            <a:chExt cx="2551509" cy="11161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1509" cy="1116149"/>
            </a:xfrm>
            <a:custGeom>
              <a:avLst/>
              <a:gdLst/>
              <a:ahLst/>
              <a:cxnLst/>
              <a:rect r="r" b="b" t="t" l="l"/>
              <a:pathLst>
                <a:path h="1116149" w="2551509">
                  <a:moveTo>
                    <a:pt x="0" y="0"/>
                  </a:moveTo>
                  <a:lnTo>
                    <a:pt x="2551509" y="0"/>
                  </a:lnTo>
                  <a:lnTo>
                    <a:pt x="2551509" y="1116149"/>
                  </a:lnTo>
                  <a:lnTo>
                    <a:pt x="0" y="1116149"/>
                  </a:lnTo>
                  <a:close/>
                </a:path>
              </a:pathLst>
            </a:custGeom>
            <a:solidFill>
              <a:srgbClr val="4264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51509" cy="1154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17108" y="3333510"/>
            <a:ext cx="10330013" cy="8771120"/>
          </a:xfrm>
          <a:custGeom>
            <a:avLst/>
            <a:gdLst/>
            <a:ahLst/>
            <a:cxnLst/>
            <a:rect r="r" b="b" t="t" l="l"/>
            <a:pathLst>
              <a:path h="8771120" w="10330013">
                <a:moveTo>
                  <a:pt x="0" y="0"/>
                </a:moveTo>
                <a:lnTo>
                  <a:pt x="10330013" y="0"/>
                </a:lnTo>
                <a:lnTo>
                  <a:pt x="10330013" y="8771121"/>
                </a:lnTo>
                <a:lnTo>
                  <a:pt x="0" y="8771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18052" y="-2319585"/>
            <a:ext cx="9636104" cy="7989206"/>
          </a:xfrm>
          <a:custGeom>
            <a:avLst/>
            <a:gdLst/>
            <a:ahLst/>
            <a:cxnLst/>
            <a:rect r="r" b="b" t="t" l="l"/>
            <a:pathLst>
              <a:path h="7989206" w="9636104">
                <a:moveTo>
                  <a:pt x="0" y="0"/>
                </a:moveTo>
                <a:lnTo>
                  <a:pt x="9636104" y="0"/>
                </a:lnTo>
                <a:lnTo>
                  <a:pt x="9636104" y="7989207"/>
                </a:lnTo>
                <a:lnTo>
                  <a:pt x="0" y="7989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9962" y="476970"/>
            <a:ext cx="3681763" cy="2856540"/>
          </a:xfrm>
          <a:custGeom>
            <a:avLst/>
            <a:gdLst/>
            <a:ahLst/>
            <a:cxnLst/>
            <a:rect r="r" b="b" t="t" l="l"/>
            <a:pathLst>
              <a:path h="2856540" w="3681763">
                <a:moveTo>
                  <a:pt x="0" y="0"/>
                </a:moveTo>
                <a:lnTo>
                  <a:pt x="3681763" y="0"/>
                </a:lnTo>
                <a:lnTo>
                  <a:pt x="3681763" y="2856540"/>
                </a:lnTo>
                <a:lnTo>
                  <a:pt x="0" y="28565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43122" y="4682333"/>
            <a:ext cx="6223184" cy="3778044"/>
          </a:xfrm>
          <a:custGeom>
            <a:avLst/>
            <a:gdLst/>
            <a:ahLst/>
            <a:cxnLst/>
            <a:rect r="r" b="b" t="t" l="l"/>
            <a:pathLst>
              <a:path h="3778044" w="6223184">
                <a:moveTo>
                  <a:pt x="0" y="0"/>
                </a:moveTo>
                <a:lnTo>
                  <a:pt x="6223184" y="0"/>
                </a:lnTo>
                <a:lnTo>
                  <a:pt x="6223184" y="3778044"/>
                </a:lnTo>
                <a:lnTo>
                  <a:pt x="0" y="377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46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5316845" y="2890138"/>
            <a:ext cx="4969405" cy="195900"/>
          </a:xfrm>
          <a:prstGeom prst="line">
            <a:avLst/>
          </a:prstGeom>
          <a:ln cap="flat" w="38100">
            <a:solidFill>
              <a:srgbClr val="4567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558555" y="2028456"/>
            <a:ext cx="1455389" cy="1305054"/>
            <a:chOff x="0" y="0"/>
            <a:chExt cx="90643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6430" cy="812800"/>
            </a:xfrm>
            <a:custGeom>
              <a:avLst/>
              <a:gdLst/>
              <a:ahLst/>
              <a:cxnLst/>
              <a:rect r="r" b="b" t="t" l="l"/>
              <a:pathLst>
                <a:path h="812800" w="906430">
                  <a:moveTo>
                    <a:pt x="453215" y="0"/>
                  </a:moveTo>
                  <a:cubicBezTo>
                    <a:pt x="202911" y="0"/>
                    <a:pt x="0" y="181951"/>
                    <a:pt x="0" y="406400"/>
                  </a:cubicBezTo>
                  <a:cubicBezTo>
                    <a:pt x="0" y="630849"/>
                    <a:pt x="202911" y="812800"/>
                    <a:pt x="453215" y="812800"/>
                  </a:cubicBezTo>
                  <a:cubicBezTo>
                    <a:pt x="703519" y="812800"/>
                    <a:pt x="906430" y="630849"/>
                    <a:pt x="906430" y="406400"/>
                  </a:cubicBezTo>
                  <a:cubicBezTo>
                    <a:pt x="906430" y="181951"/>
                    <a:pt x="703519" y="0"/>
                    <a:pt x="453215" y="0"/>
                  </a:cubicBezTo>
                  <a:close/>
                </a:path>
              </a:pathLst>
            </a:custGeom>
            <a:solidFill>
              <a:srgbClr val="4264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84978" y="38100"/>
              <a:ext cx="736475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3047035">
            <a:off x="1395742" y="10729935"/>
            <a:ext cx="1113657" cy="1416416"/>
          </a:xfrm>
          <a:custGeom>
            <a:avLst/>
            <a:gdLst/>
            <a:ahLst/>
            <a:cxnLst/>
            <a:rect r="r" b="b" t="t" l="l"/>
            <a:pathLst>
              <a:path h="1416416" w="1113657">
                <a:moveTo>
                  <a:pt x="0" y="0"/>
                </a:moveTo>
                <a:lnTo>
                  <a:pt x="1113657" y="0"/>
                </a:lnTo>
                <a:lnTo>
                  <a:pt x="1113657" y="1416416"/>
                </a:lnTo>
                <a:lnTo>
                  <a:pt x="0" y="1416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8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705011" y="12598860"/>
            <a:ext cx="6581238" cy="5588070"/>
          </a:xfrm>
          <a:custGeom>
            <a:avLst/>
            <a:gdLst/>
            <a:ahLst/>
            <a:cxnLst/>
            <a:rect r="r" b="b" t="t" l="l"/>
            <a:pathLst>
              <a:path h="5588070" w="6581238">
                <a:moveTo>
                  <a:pt x="0" y="0"/>
                </a:moveTo>
                <a:lnTo>
                  <a:pt x="6581239" y="0"/>
                </a:lnTo>
                <a:lnTo>
                  <a:pt x="6581239" y="5588070"/>
                </a:lnTo>
                <a:lnTo>
                  <a:pt x="0" y="558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12613574"/>
            <a:ext cx="5516951" cy="5558640"/>
          </a:xfrm>
          <a:custGeom>
            <a:avLst/>
            <a:gdLst/>
            <a:ahLst/>
            <a:cxnLst/>
            <a:rect r="r" b="b" t="t" l="l"/>
            <a:pathLst>
              <a:path h="5558640" w="5516951">
                <a:moveTo>
                  <a:pt x="0" y="0"/>
                </a:moveTo>
                <a:lnTo>
                  <a:pt x="5516951" y="0"/>
                </a:lnTo>
                <a:lnTo>
                  <a:pt x="5516951" y="5558641"/>
                </a:lnTo>
                <a:lnTo>
                  <a:pt x="0" y="55586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9000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296709">
            <a:off x="-144846" y="6723741"/>
            <a:ext cx="4114800" cy="2027474"/>
          </a:xfrm>
          <a:custGeom>
            <a:avLst/>
            <a:gdLst/>
            <a:ahLst/>
            <a:cxnLst/>
            <a:rect r="r" b="b" t="t" l="l"/>
            <a:pathLst>
              <a:path h="2027474" w="4114800">
                <a:moveTo>
                  <a:pt x="0" y="0"/>
                </a:moveTo>
                <a:lnTo>
                  <a:pt x="4114800" y="0"/>
                </a:lnTo>
                <a:lnTo>
                  <a:pt x="4114800" y="2027474"/>
                </a:lnTo>
                <a:lnTo>
                  <a:pt x="0" y="20274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371477">
            <a:off x="7177934" y="3827994"/>
            <a:ext cx="2057400" cy="2080092"/>
          </a:xfrm>
          <a:custGeom>
            <a:avLst/>
            <a:gdLst/>
            <a:ahLst/>
            <a:cxnLst/>
            <a:rect r="r" b="b" t="t" l="l"/>
            <a:pathLst>
              <a:path h="2080092" w="2057400">
                <a:moveTo>
                  <a:pt x="0" y="0"/>
                </a:moveTo>
                <a:lnTo>
                  <a:pt x="2057400" y="0"/>
                </a:lnTo>
                <a:lnTo>
                  <a:pt x="2057400" y="2080092"/>
                </a:lnTo>
                <a:lnTo>
                  <a:pt x="0" y="20800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3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926125" y="14293274"/>
            <a:ext cx="2413991" cy="4110511"/>
          </a:xfrm>
          <a:custGeom>
            <a:avLst/>
            <a:gdLst/>
            <a:ahLst/>
            <a:cxnLst/>
            <a:rect r="r" b="b" t="t" l="l"/>
            <a:pathLst>
              <a:path h="4110511" w="2413991">
                <a:moveTo>
                  <a:pt x="0" y="0"/>
                </a:moveTo>
                <a:lnTo>
                  <a:pt x="2413991" y="0"/>
                </a:lnTo>
                <a:lnTo>
                  <a:pt x="2413991" y="4110511"/>
                </a:lnTo>
                <a:lnTo>
                  <a:pt x="0" y="41105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8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794071" y="9477105"/>
            <a:ext cx="7032433" cy="2296833"/>
            <a:chOff x="0" y="0"/>
            <a:chExt cx="1852164" cy="6049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52163" cy="604927"/>
            </a:xfrm>
            <a:custGeom>
              <a:avLst/>
              <a:gdLst/>
              <a:ahLst/>
              <a:cxnLst/>
              <a:rect r="r" b="b" t="t" l="l"/>
              <a:pathLst>
                <a:path h="604927" w="1852163">
                  <a:moveTo>
                    <a:pt x="56145" y="0"/>
                  </a:moveTo>
                  <a:lnTo>
                    <a:pt x="1796018" y="0"/>
                  </a:lnTo>
                  <a:cubicBezTo>
                    <a:pt x="1810909" y="0"/>
                    <a:pt x="1825190" y="5915"/>
                    <a:pt x="1835719" y="16445"/>
                  </a:cubicBezTo>
                  <a:cubicBezTo>
                    <a:pt x="1846248" y="26974"/>
                    <a:pt x="1852163" y="41255"/>
                    <a:pt x="1852163" y="56145"/>
                  </a:cubicBezTo>
                  <a:lnTo>
                    <a:pt x="1852163" y="548782"/>
                  </a:lnTo>
                  <a:cubicBezTo>
                    <a:pt x="1852163" y="579790"/>
                    <a:pt x="1827026" y="604927"/>
                    <a:pt x="1796018" y="604927"/>
                  </a:cubicBezTo>
                  <a:lnTo>
                    <a:pt x="56145" y="604927"/>
                  </a:lnTo>
                  <a:cubicBezTo>
                    <a:pt x="25137" y="604927"/>
                    <a:pt x="0" y="579790"/>
                    <a:pt x="0" y="548782"/>
                  </a:cubicBezTo>
                  <a:lnTo>
                    <a:pt x="0" y="56145"/>
                  </a:lnTo>
                  <a:cubicBezTo>
                    <a:pt x="0" y="25137"/>
                    <a:pt x="25137" y="0"/>
                    <a:pt x="56145" y="0"/>
                  </a:cubicBez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52164" cy="643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971725" y="9809199"/>
            <a:ext cx="9163191" cy="1754821"/>
            <a:chOff x="0" y="0"/>
            <a:chExt cx="12217588" cy="2339761"/>
          </a:xfrm>
        </p:grpSpPr>
        <p:sp>
          <p:nvSpPr>
            <p:cNvPr name="AutoShape 23" id="23"/>
            <p:cNvSpPr/>
            <p:nvPr/>
          </p:nvSpPr>
          <p:spPr>
            <a:xfrm flipV="true">
              <a:off x="146876" y="25400"/>
              <a:ext cx="12070594" cy="56047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297953"/>
              <a:ext cx="7885612" cy="1416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158"/>
                </a:lnSpc>
              </a:pPr>
              <a:r>
                <a:rPr lang="en-US" b="true" sz="7350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PRESENTS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896760"/>
              <a:ext cx="7885612" cy="443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77"/>
                </a:lnSpc>
              </a:pPr>
              <a:r>
                <a:rPr lang="en-US" sz="2249" spc="429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2024-25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-671384">
            <a:off x="6100650" y="11507933"/>
            <a:ext cx="4211969" cy="2211284"/>
          </a:xfrm>
          <a:custGeom>
            <a:avLst/>
            <a:gdLst/>
            <a:ahLst/>
            <a:cxnLst/>
            <a:rect r="r" b="b" t="t" l="l"/>
            <a:pathLst>
              <a:path h="2211284" w="4211969">
                <a:moveTo>
                  <a:pt x="0" y="0"/>
                </a:moveTo>
                <a:lnTo>
                  <a:pt x="4211969" y="0"/>
                </a:lnTo>
                <a:lnTo>
                  <a:pt x="4211969" y="2211283"/>
                </a:lnTo>
                <a:lnTo>
                  <a:pt x="0" y="221128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8000"/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971725" y="386417"/>
            <a:ext cx="6141180" cy="191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62"/>
              </a:lnSpc>
            </a:pPr>
            <a:r>
              <a:rPr lang="en-US" sz="7362" b="true">
                <a:solidFill>
                  <a:srgbClr val="FFFFFF"/>
                </a:solidFill>
                <a:latin typeface="JetBrains Mono Medium Bold"/>
                <a:ea typeface="JetBrains Mono Medium Bold"/>
                <a:cs typeface="JetBrains Mono Medium Bold"/>
                <a:sym typeface="JetBrains Mono Medium Bold"/>
              </a:rPr>
              <a:t>MILESTONE</a:t>
            </a:r>
          </a:p>
          <a:p>
            <a:pPr algn="r">
              <a:lnSpc>
                <a:spcPts val="7362"/>
              </a:lnSpc>
            </a:pPr>
            <a:r>
              <a:rPr lang="en-US" sz="7362" b="true">
                <a:solidFill>
                  <a:srgbClr val="FFFFFF"/>
                </a:solidFill>
                <a:latin typeface="JetBrains Mono Medium Bold"/>
                <a:ea typeface="JetBrains Mono Medium Bold"/>
                <a:cs typeface="JetBrains Mono Medium Bold"/>
                <a:sym typeface="JetBrains Mono Medium Bold"/>
              </a:rPr>
              <a:t>ACADEMY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58300" y="17211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590520"/>
            <a:ext cx="10330013" cy="8771120"/>
          </a:xfrm>
          <a:custGeom>
            <a:avLst/>
            <a:gdLst/>
            <a:ahLst/>
            <a:cxnLst/>
            <a:rect r="r" b="b" t="t" l="l"/>
            <a:pathLst>
              <a:path h="8771120" w="10330013">
                <a:moveTo>
                  <a:pt x="0" y="0"/>
                </a:moveTo>
                <a:lnTo>
                  <a:pt x="10330013" y="0"/>
                </a:lnTo>
                <a:lnTo>
                  <a:pt x="10330013" y="8771120"/>
                </a:lnTo>
                <a:lnTo>
                  <a:pt x="0" y="8771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507" y="1145091"/>
            <a:ext cx="10330013" cy="8771120"/>
          </a:xfrm>
          <a:custGeom>
            <a:avLst/>
            <a:gdLst/>
            <a:ahLst/>
            <a:cxnLst/>
            <a:rect r="r" b="b" t="t" l="l"/>
            <a:pathLst>
              <a:path h="8771120" w="10330013">
                <a:moveTo>
                  <a:pt x="0" y="0"/>
                </a:moveTo>
                <a:lnTo>
                  <a:pt x="10330014" y="0"/>
                </a:lnTo>
                <a:lnTo>
                  <a:pt x="10330014" y="8771120"/>
                </a:lnTo>
                <a:lnTo>
                  <a:pt x="0" y="8771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527920" cy="1316294"/>
            <a:chOff x="0" y="0"/>
            <a:chExt cx="402415" cy="3466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2415" cy="346678"/>
            </a:xfrm>
            <a:custGeom>
              <a:avLst/>
              <a:gdLst/>
              <a:ahLst/>
              <a:cxnLst/>
              <a:rect r="r" b="b" t="t" l="l"/>
              <a:pathLst>
                <a:path h="346678" w="402415">
                  <a:moveTo>
                    <a:pt x="0" y="0"/>
                  </a:moveTo>
                  <a:lnTo>
                    <a:pt x="402415" y="0"/>
                  </a:lnTo>
                  <a:lnTo>
                    <a:pt x="402415" y="346678"/>
                  </a:lnTo>
                  <a:lnTo>
                    <a:pt x="0" y="346678"/>
                  </a:lnTo>
                  <a:close/>
                </a:path>
              </a:pathLst>
            </a:custGeom>
            <a:solidFill>
              <a:srgbClr val="F0F47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02415" cy="384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714148" y="0"/>
            <a:ext cx="1572852" cy="1316294"/>
            <a:chOff x="0" y="0"/>
            <a:chExt cx="414249" cy="3466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4249" cy="346678"/>
            </a:xfrm>
            <a:custGeom>
              <a:avLst/>
              <a:gdLst/>
              <a:ahLst/>
              <a:cxnLst/>
              <a:rect r="r" b="b" t="t" l="l"/>
              <a:pathLst>
                <a:path h="346678" w="414249">
                  <a:moveTo>
                    <a:pt x="0" y="0"/>
                  </a:moveTo>
                  <a:lnTo>
                    <a:pt x="414249" y="0"/>
                  </a:lnTo>
                  <a:lnTo>
                    <a:pt x="414249" y="346678"/>
                  </a:lnTo>
                  <a:lnTo>
                    <a:pt x="0" y="346678"/>
                  </a:lnTo>
                  <a:close/>
                </a:path>
              </a:pathLst>
            </a:custGeom>
            <a:solidFill>
              <a:srgbClr val="F0F47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14249" cy="384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14085" y="15905558"/>
            <a:ext cx="3099704" cy="2398061"/>
          </a:xfrm>
          <a:custGeom>
            <a:avLst/>
            <a:gdLst/>
            <a:ahLst/>
            <a:cxnLst/>
            <a:rect r="r" b="b" t="t" l="l"/>
            <a:pathLst>
              <a:path h="2398061" w="3099704">
                <a:moveTo>
                  <a:pt x="0" y="0"/>
                </a:moveTo>
                <a:lnTo>
                  <a:pt x="3099705" y="0"/>
                </a:lnTo>
                <a:lnTo>
                  <a:pt x="3099705" y="2398061"/>
                </a:lnTo>
                <a:lnTo>
                  <a:pt x="0" y="2398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</a:blip>
            <a:stretch>
              <a:fillRect l="-3219" t="0" r="-1371" b="-4435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31806" y="-514350"/>
            <a:ext cx="8023389" cy="3086100"/>
            <a:chOff x="0" y="0"/>
            <a:chExt cx="2113156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3156" cy="812800"/>
            </a:xfrm>
            <a:custGeom>
              <a:avLst/>
              <a:gdLst/>
              <a:ahLst/>
              <a:cxnLst/>
              <a:rect r="r" b="b" t="t" l="l"/>
              <a:pathLst>
                <a:path h="812800" w="2113156">
                  <a:moveTo>
                    <a:pt x="63685" y="0"/>
                  </a:moveTo>
                  <a:lnTo>
                    <a:pt x="2049471" y="0"/>
                  </a:lnTo>
                  <a:cubicBezTo>
                    <a:pt x="2066361" y="0"/>
                    <a:pt x="2082560" y="6710"/>
                    <a:pt x="2094503" y="18653"/>
                  </a:cubicBezTo>
                  <a:cubicBezTo>
                    <a:pt x="2106446" y="30596"/>
                    <a:pt x="2113156" y="46794"/>
                    <a:pt x="2113156" y="63685"/>
                  </a:cubicBezTo>
                  <a:lnTo>
                    <a:pt x="2113156" y="749115"/>
                  </a:lnTo>
                  <a:cubicBezTo>
                    <a:pt x="2113156" y="766006"/>
                    <a:pt x="2106446" y="782204"/>
                    <a:pt x="2094503" y="794147"/>
                  </a:cubicBezTo>
                  <a:cubicBezTo>
                    <a:pt x="2082560" y="806090"/>
                    <a:pt x="2066361" y="812800"/>
                    <a:pt x="2049471" y="812800"/>
                  </a:cubicBezTo>
                  <a:lnTo>
                    <a:pt x="63685" y="812800"/>
                  </a:lnTo>
                  <a:cubicBezTo>
                    <a:pt x="46794" y="812800"/>
                    <a:pt x="30596" y="806090"/>
                    <a:pt x="18653" y="794147"/>
                  </a:cubicBezTo>
                  <a:cubicBezTo>
                    <a:pt x="6710" y="782204"/>
                    <a:pt x="0" y="766006"/>
                    <a:pt x="0" y="749115"/>
                  </a:cubicBezTo>
                  <a:lnTo>
                    <a:pt x="0" y="63685"/>
                  </a:lnTo>
                  <a:cubicBezTo>
                    <a:pt x="0" y="46794"/>
                    <a:pt x="6710" y="30596"/>
                    <a:pt x="18653" y="18653"/>
                  </a:cubicBezTo>
                  <a:cubicBezTo>
                    <a:pt x="30596" y="6710"/>
                    <a:pt x="46794" y="0"/>
                    <a:pt x="63685" y="0"/>
                  </a:cubicBezTo>
                  <a:close/>
                </a:path>
              </a:pathLst>
            </a:custGeom>
            <a:solidFill>
              <a:srgbClr val="F47E3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13156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753129"/>
            <a:ext cx="8229600" cy="126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6"/>
              </a:lnSpc>
            </a:pPr>
            <a:r>
              <a:rPr lang="en-US" b="true" sz="11453">
                <a:solidFill>
                  <a:srgbClr val="FFDE59"/>
                </a:solidFill>
                <a:latin typeface="Ahkio Bold"/>
                <a:ea typeface="Ahkio Bold"/>
                <a:cs typeface="Ahkio Bold"/>
                <a:sym typeface="Ahkio Bold"/>
              </a:rPr>
              <a:t>MILESTORIES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353550" y="-1288343"/>
            <a:ext cx="0" cy="3130443"/>
          </a:xfrm>
          <a:prstGeom prst="line">
            <a:avLst/>
          </a:prstGeom>
          <a:ln cap="rnd" w="190500">
            <a:solidFill>
              <a:srgbClr val="F47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232413" y="1892166"/>
            <a:ext cx="242274" cy="24227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E3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9648825" y="-1985352"/>
            <a:ext cx="0" cy="3130443"/>
          </a:xfrm>
          <a:prstGeom prst="line">
            <a:avLst/>
          </a:prstGeom>
          <a:ln cap="rnd" w="190500">
            <a:solidFill>
              <a:srgbClr val="F47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-312913">
            <a:off x="5638370" y="3659643"/>
            <a:ext cx="4456852" cy="5369056"/>
            <a:chOff x="0" y="0"/>
            <a:chExt cx="5942469" cy="7158742"/>
          </a:xfrm>
        </p:grpSpPr>
        <p:sp>
          <p:nvSpPr>
            <p:cNvPr name="Freeform 21" id="21"/>
            <p:cNvSpPr/>
            <p:nvPr/>
          </p:nvSpPr>
          <p:spPr>
            <a:xfrm flipH="false" flipV="false" rot="-237504">
              <a:off x="228035" y="181263"/>
              <a:ext cx="5486400" cy="6796216"/>
            </a:xfrm>
            <a:custGeom>
              <a:avLst/>
              <a:gdLst/>
              <a:ahLst/>
              <a:cxnLst/>
              <a:rect r="r" b="b" t="t" l="l"/>
              <a:pathLst>
                <a:path h="67962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796216"/>
                  </a:lnTo>
                  <a:lnTo>
                    <a:pt x="0" y="6796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-334352">
              <a:off x="848211" y="867828"/>
              <a:ext cx="3953488" cy="5841975"/>
            </a:xfrm>
            <a:custGeom>
              <a:avLst/>
              <a:gdLst/>
              <a:ahLst/>
              <a:cxnLst/>
              <a:rect r="r" b="b" t="t" l="l"/>
              <a:pathLst>
                <a:path h="5841975" w="3953488">
                  <a:moveTo>
                    <a:pt x="0" y="0"/>
                  </a:moveTo>
                  <a:lnTo>
                    <a:pt x="3953488" y="0"/>
                  </a:lnTo>
                  <a:lnTo>
                    <a:pt x="3953488" y="5841975"/>
                  </a:lnTo>
                  <a:lnTo>
                    <a:pt x="0" y="584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838" t="-6536" r="-7809" b="-699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588539">
            <a:off x="903384" y="6073760"/>
            <a:ext cx="4114800" cy="4877457"/>
            <a:chOff x="0" y="0"/>
            <a:chExt cx="5486400" cy="65032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6503276"/>
            </a:xfrm>
            <a:custGeom>
              <a:avLst/>
              <a:gdLst/>
              <a:ahLst/>
              <a:cxnLst/>
              <a:rect r="r" b="b" t="t" l="l"/>
              <a:pathLst>
                <a:path h="650327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503276"/>
                  </a:lnTo>
                  <a:lnTo>
                    <a:pt x="0" y="6503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11541" y="1239520"/>
              <a:ext cx="4274039" cy="4845497"/>
            </a:xfrm>
            <a:custGeom>
              <a:avLst/>
              <a:gdLst/>
              <a:ahLst/>
              <a:cxnLst/>
              <a:rect r="r" b="b" t="t" l="l"/>
              <a:pathLst>
                <a:path h="4845497" w="4274039">
                  <a:moveTo>
                    <a:pt x="0" y="0"/>
                  </a:moveTo>
                  <a:lnTo>
                    <a:pt x="4274038" y="0"/>
                  </a:lnTo>
                  <a:lnTo>
                    <a:pt x="4274038" y="4845497"/>
                  </a:lnTo>
                  <a:lnTo>
                    <a:pt x="0" y="4845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4930" r="0" b="-2051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7251817" y="14448233"/>
            <a:ext cx="3433254" cy="3214774"/>
          </a:xfrm>
          <a:custGeom>
            <a:avLst/>
            <a:gdLst/>
            <a:ahLst/>
            <a:cxnLst/>
            <a:rect r="r" b="b" t="t" l="l"/>
            <a:pathLst>
              <a:path h="3214774" w="3433254">
                <a:moveTo>
                  <a:pt x="0" y="0"/>
                </a:moveTo>
                <a:lnTo>
                  <a:pt x="3433254" y="0"/>
                </a:lnTo>
                <a:lnTo>
                  <a:pt x="3433254" y="3214774"/>
                </a:lnTo>
                <a:lnTo>
                  <a:pt x="0" y="32147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2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14085" y="3468198"/>
            <a:ext cx="2315943" cy="1395356"/>
          </a:xfrm>
          <a:custGeom>
            <a:avLst/>
            <a:gdLst/>
            <a:ahLst/>
            <a:cxnLst/>
            <a:rect r="r" b="b" t="t" l="l"/>
            <a:pathLst>
              <a:path h="1395356" w="2315943">
                <a:moveTo>
                  <a:pt x="0" y="0"/>
                </a:moveTo>
                <a:lnTo>
                  <a:pt x="2315943" y="0"/>
                </a:lnTo>
                <a:lnTo>
                  <a:pt x="2315943" y="1395356"/>
                </a:lnTo>
                <a:lnTo>
                  <a:pt x="0" y="139535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315122" y="11578099"/>
            <a:ext cx="1633367" cy="2870134"/>
          </a:xfrm>
          <a:custGeom>
            <a:avLst/>
            <a:gdLst/>
            <a:ahLst/>
            <a:cxnLst/>
            <a:rect r="r" b="b" t="t" l="l"/>
            <a:pathLst>
              <a:path h="2870134" w="1633367">
                <a:moveTo>
                  <a:pt x="1633367" y="0"/>
                </a:moveTo>
                <a:lnTo>
                  <a:pt x="0" y="0"/>
                </a:lnTo>
                <a:lnTo>
                  <a:pt x="0" y="2870134"/>
                </a:lnTo>
                <a:lnTo>
                  <a:pt x="1633367" y="2870134"/>
                </a:lnTo>
                <a:lnTo>
                  <a:pt x="1633367" y="0"/>
                </a:lnTo>
                <a:close/>
              </a:path>
            </a:pathLst>
          </a:custGeom>
          <a:blipFill>
            <a:blip r:embed="rId14">
              <a:alphaModFix amt="12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1129809">
            <a:off x="5252934" y="10580378"/>
            <a:ext cx="4936040" cy="4948411"/>
          </a:xfrm>
          <a:custGeom>
            <a:avLst/>
            <a:gdLst/>
            <a:ahLst/>
            <a:cxnLst/>
            <a:rect r="r" b="b" t="t" l="l"/>
            <a:pathLst>
              <a:path h="4948411" w="4936040">
                <a:moveTo>
                  <a:pt x="0" y="0"/>
                </a:moveTo>
                <a:lnTo>
                  <a:pt x="4936040" y="0"/>
                </a:lnTo>
                <a:lnTo>
                  <a:pt x="4936040" y="4948411"/>
                </a:lnTo>
                <a:lnTo>
                  <a:pt x="0" y="494841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238358">
            <a:off x="385954" y="11954325"/>
            <a:ext cx="5043063" cy="5136453"/>
          </a:xfrm>
          <a:custGeom>
            <a:avLst/>
            <a:gdLst/>
            <a:ahLst/>
            <a:cxnLst/>
            <a:rect r="r" b="b" t="t" l="l"/>
            <a:pathLst>
              <a:path h="5136453" w="5043063">
                <a:moveTo>
                  <a:pt x="0" y="0"/>
                </a:moveTo>
                <a:lnTo>
                  <a:pt x="5043063" y="0"/>
                </a:lnTo>
                <a:lnTo>
                  <a:pt x="5043063" y="5136454"/>
                </a:lnTo>
                <a:lnTo>
                  <a:pt x="0" y="513645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326510">
            <a:off x="709930" y="12942854"/>
            <a:ext cx="3788164" cy="3564753"/>
          </a:xfrm>
          <a:custGeom>
            <a:avLst/>
            <a:gdLst/>
            <a:ahLst/>
            <a:cxnLst/>
            <a:rect r="r" b="b" t="t" l="l"/>
            <a:pathLst>
              <a:path h="3564753" w="3788164">
                <a:moveTo>
                  <a:pt x="0" y="0"/>
                </a:moveTo>
                <a:lnTo>
                  <a:pt x="3788164" y="0"/>
                </a:lnTo>
                <a:lnTo>
                  <a:pt x="3788164" y="3564753"/>
                </a:lnTo>
                <a:lnTo>
                  <a:pt x="0" y="356475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-35402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582726">
            <a:off x="6000762" y="11058493"/>
            <a:ext cx="3226291" cy="3516840"/>
          </a:xfrm>
          <a:custGeom>
            <a:avLst/>
            <a:gdLst/>
            <a:ahLst/>
            <a:cxnLst/>
            <a:rect r="r" b="b" t="t" l="l"/>
            <a:pathLst>
              <a:path h="3516840" w="3226291">
                <a:moveTo>
                  <a:pt x="0" y="0"/>
                </a:moveTo>
                <a:lnTo>
                  <a:pt x="3226290" y="0"/>
                </a:lnTo>
                <a:lnTo>
                  <a:pt x="3226290" y="3516841"/>
                </a:lnTo>
                <a:lnTo>
                  <a:pt x="0" y="351684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-4103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773925" y="1975203"/>
            <a:ext cx="194022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DE59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By Millestonians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58300" y="17211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343795">
            <a:off x="-2057400" y="-157246"/>
            <a:ext cx="4114800" cy="5333712"/>
          </a:xfrm>
          <a:custGeom>
            <a:avLst/>
            <a:gdLst/>
            <a:ahLst/>
            <a:cxnLst/>
            <a:rect r="r" b="b" t="t" l="l"/>
            <a:pathLst>
              <a:path h="5333712" w="4114800">
                <a:moveTo>
                  <a:pt x="4114800" y="0"/>
                </a:moveTo>
                <a:lnTo>
                  <a:pt x="0" y="0"/>
                </a:lnTo>
                <a:lnTo>
                  <a:pt x="0" y="5333713"/>
                </a:lnTo>
                <a:lnTo>
                  <a:pt x="4114800" y="5333713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29739" y="-739982"/>
            <a:ext cx="2722271" cy="2479719"/>
            <a:chOff x="0" y="0"/>
            <a:chExt cx="892304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2304" cy="812800"/>
            </a:xfrm>
            <a:custGeom>
              <a:avLst/>
              <a:gdLst/>
              <a:ahLst/>
              <a:cxnLst/>
              <a:rect r="r" b="b" t="t" l="l"/>
              <a:pathLst>
                <a:path h="812800" w="892304">
                  <a:moveTo>
                    <a:pt x="446152" y="0"/>
                  </a:moveTo>
                  <a:cubicBezTo>
                    <a:pt x="199749" y="0"/>
                    <a:pt x="0" y="181951"/>
                    <a:pt x="0" y="406400"/>
                  </a:cubicBezTo>
                  <a:cubicBezTo>
                    <a:pt x="0" y="630849"/>
                    <a:pt x="199749" y="812800"/>
                    <a:pt x="446152" y="812800"/>
                  </a:cubicBezTo>
                  <a:cubicBezTo>
                    <a:pt x="692555" y="812800"/>
                    <a:pt x="892304" y="630849"/>
                    <a:pt x="892304" y="406400"/>
                  </a:cubicBezTo>
                  <a:cubicBezTo>
                    <a:pt x="892304" y="181951"/>
                    <a:pt x="692555" y="0"/>
                    <a:pt x="446152" y="0"/>
                  </a:cubicBezTo>
                  <a:close/>
                </a:path>
              </a:pathLst>
            </a:custGeom>
            <a:solidFill>
              <a:srgbClr val="EDE6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83653" y="38100"/>
              <a:ext cx="724997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98933">
            <a:off x="941000" y="-406821"/>
            <a:ext cx="11640533" cy="4127098"/>
          </a:xfrm>
          <a:custGeom>
            <a:avLst/>
            <a:gdLst/>
            <a:ahLst/>
            <a:cxnLst/>
            <a:rect r="r" b="b" t="t" l="l"/>
            <a:pathLst>
              <a:path h="4127098" w="11640533">
                <a:moveTo>
                  <a:pt x="0" y="0"/>
                </a:moveTo>
                <a:lnTo>
                  <a:pt x="11640533" y="0"/>
                </a:lnTo>
                <a:lnTo>
                  <a:pt x="11640533" y="4127098"/>
                </a:lnTo>
                <a:lnTo>
                  <a:pt x="0" y="412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29380" y="270948"/>
            <a:ext cx="5983389" cy="202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14"/>
              </a:lnSpc>
              <a:spcBef>
                <a:spcPct val="0"/>
              </a:spcBef>
            </a:pPr>
            <a:r>
              <a:rPr lang="en-US" sz="11653">
                <a:solidFill>
                  <a:srgbClr val="FFFFFF"/>
                </a:solidFill>
                <a:latin typeface="Tallow Sans Pen"/>
                <a:ea typeface="Tallow Sans Pen"/>
                <a:cs typeface="Tallow Sans Pen"/>
                <a:sym typeface="Tallow Sans Pen"/>
              </a:rPr>
              <a:t>LITERTARY CLUB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978119"/>
            <a:ext cx="8229600" cy="7755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11287" i="true" spc="564">
                <a:solidFill>
                  <a:srgbClr val="253238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Left out</a:t>
            </a:r>
          </a:p>
          <a:p>
            <a:pPr algn="ctr">
              <a:lnSpc>
                <a:spcPts val="10158"/>
              </a:lnSpc>
            </a:pPr>
            <a:r>
              <a:rPr lang="en-US" sz="11287" i="true" spc="564">
                <a:solidFill>
                  <a:srgbClr val="253238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for images</a:t>
            </a:r>
          </a:p>
          <a:p>
            <a:pPr algn="ctr">
              <a:lnSpc>
                <a:spcPts val="10158"/>
              </a:lnSpc>
            </a:pPr>
            <a:r>
              <a:rPr lang="en-US" sz="11287" i="true" spc="564">
                <a:solidFill>
                  <a:srgbClr val="253238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Design still in progress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0" y="9590520"/>
            <a:ext cx="10330013" cy="8771120"/>
          </a:xfrm>
          <a:custGeom>
            <a:avLst/>
            <a:gdLst/>
            <a:ahLst/>
            <a:cxnLst/>
            <a:rect r="r" b="b" t="t" l="l"/>
            <a:pathLst>
              <a:path h="8771120" w="10330013">
                <a:moveTo>
                  <a:pt x="0" y="0"/>
                </a:moveTo>
                <a:lnTo>
                  <a:pt x="10330013" y="0"/>
                </a:lnTo>
                <a:lnTo>
                  <a:pt x="10330013" y="8771120"/>
                </a:lnTo>
                <a:lnTo>
                  <a:pt x="0" y="87711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1507" y="1145091"/>
            <a:ext cx="10330013" cy="8771120"/>
          </a:xfrm>
          <a:custGeom>
            <a:avLst/>
            <a:gdLst/>
            <a:ahLst/>
            <a:cxnLst/>
            <a:rect r="r" b="b" t="t" l="l"/>
            <a:pathLst>
              <a:path h="8771120" w="10330013">
                <a:moveTo>
                  <a:pt x="0" y="0"/>
                </a:moveTo>
                <a:lnTo>
                  <a:pt x="10330014" y="0"/>
                </a:lnTo>
                <a:lnTo>
                  <a:pt x="10330014" y="8771120"/>
                </a:lnTo>
                <a:lnTo>
                  <a:pt x="0" y="87711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DAGsN6CfCH4</dc:identifier>
  <dcterms:modified xsi:type="dcterms:W3CDTF">2011-08-01T06:04:30Z</dcterms:modified>
  <cp:revision>1</cp:revision>
  <dc:title>Milestone Academy</dc:title>
</cp:coreProperties>
</file>